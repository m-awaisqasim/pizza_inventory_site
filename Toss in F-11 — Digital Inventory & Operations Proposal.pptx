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23-c722-8061-8000-00000cbab2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36-c732-85ca-8000-00009a67d5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74-b542-8eec-8000-000015a857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31-d1d2-88f2-8000-0000a871f1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3b-10c2-8ce2-8000-0000bdac44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84-74f2-8328-8000-000001368a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90-9622-8f1a-8000-0000b11aa1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92-95f2-8559-8000-0000450e2e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92-f832-8fc0-8000-00001534f9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797-24e2-86f9-8000-000080533f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Toss in F-11 — Digital Inventory &amp; Operations Proposal</dc:title>
  <dc:subject>Toss in F-11 — Digital Inventory &amp; Operations Proposal</dc:subject>
  <dc:creator>Kimi</dc:creator>
  <cp:lastModifiedBy>Kimi</cp:lastModifiedBy>
  <cp:revision>1</cp:revision>
  <dcterms:created xsi:type="dcterms:W3CDTF">2026-06-15T06:42:08Z</dcterms:created>
  <dcterms:modified xsi:type="dcterms:W3CDTF">2026-06-15T06:42:08Z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{"Label":"Toss in F-11 — Digital Inventory &amp; Operations Proposal","ContentProducer":"001191110108MACG2KBH8F10000","ProduceID":"d4mqsk9e3tpsltlafcmg","ReservedCode1":"","ContentPropagator":"001191110108MACG2KBH8F20000","PropagateID":"d4mqsk9e3tpsltlafcmg","ReservedCode2":""}</vt:lpwstr>
  </property>
</Properties>
</file>